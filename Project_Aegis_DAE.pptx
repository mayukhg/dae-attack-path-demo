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1645920" cy="0"/>
          </a:xfrm>
          <a:prstGeom prst="line">
            <a:avLst/>
          </a:prstGeom>
          <a:noFill/>
          <a:ln w="381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AEGIS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Transitioning to Dynamic Agentic Defense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Market Leadership in the Era of Mythos-Class AI Threats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QUALYS  |  CONFIDENTIAL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05156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shift from 'Showing a Map' to 'Operating a Guardian' that autonomously prunes attack surfaces.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54864" cy="64008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Shape 5"/>
          <p:cNvSpPr/>
          <p:nvPr/>
        </p:nvSpPr>
        <p:spPr>
          <a:xfrm>
            <a:off x="694944" y="1874520"/>
            <a:ext cx="7808976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" y="216712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Static, manual security maps risks in weeks that attackers exploit in minutes.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651760"/>
            <a:ext cx="54864" cy="6400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2" name="Shape 9"/>
          <p:cNvSpPr/>
          <p:nvPr/>
        </p:nvSpPr>
        <p:spPr>
          <a:xfrm>
            <a:off x="694944" y="2651760"/>
            <a:ext cx="7808976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974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CATALYST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294436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Mythos-class AI lets adversaries automate Attack Path discovery at zero cost.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429000"/>
            <a:ext cx="54864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Shape 13"/>
          <p:cNvSpPr/>
          <p:nvPr/>
        </p:nvSpPr>
        <p:spPr>
          <a:xfrm>
            <a:off x="694944" y="3429000"/>
            <a:ext cx="7808976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68680" y="372160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Agentic Experience (DAE) for Attack Path — autonomous, real-time defense.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206240"/>
            <a:ext cx="54864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7"/>
          <p:cNvSpPr/>
          <p:nvPr/>
        </p:nvSpPr>
        <p:spPr>
          <a:xfrm>
            <a:off x="694944" y="4206240"/>
            <a:ext cx="7808976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251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68680" y="449884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reduction in MTTR. First-mover advantage in the Autonomous Security category.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CATALYST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'Mythos' Inflection Point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566160" cy="1645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691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15 min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API → Domain Admin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for AI-automated attack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554480"/>
            <a:ext cx="4114800" cy="1645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6916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days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72000" y="23774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human triage-to-patch cycle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bringing a knife to a machine-gun fight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3474720"/>
            <a:ext cx="7863840" cy="1188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3474720"/>
            <a:ext cx="54864" cy="1188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8680" y="384048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like Claude Mythos can reason across codebases to find 0-days and chain them into Attack Paths autonomously. Adversaries are no longer individuals — they are </a:t>
            </a:r>
            <a:pPr indent="0" marL="0">
              <a:buNone/>
            </a:pPr>
            <a:r>
              <a:rPr lang="en-US" sz="13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Factories.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Survival in 2027 requires machine-scale defense to counter machine-scale offense.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Decay of Static Attack Paths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2560320" cy="2377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DIAGNOSTIC, NOT SURGICAL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148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AP tools tell you you're sick but don't perform the surgery. They are dashboards, not agents.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83280" y="1554480"/>
            <a:ext cx="2560320" cy="2377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66160" y="2148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ETM finds external assets but doesn't 'know' the identity risk in AD until a human connects the dots manually.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554480"/>
            <a:ext cx="2560320" cy="2377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6126480" y="1554480"/>
            <a:ext cx="256032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783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FATIGUE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09360" y="2148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critical paths identified in Q1 remain unpatched in Q3. Human bottleneck creates compounding risk.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4160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of critical paths from Q1 remain unpatched in Q3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DAE Pillars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2560320" cy="3017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554480"/>
            <a:ext cx="2560320" cy="54864"/>
          </a:xfrm>
          <a:prstGeom prst="rect">
            <a:avLst/>
          </a:prstGeom>
          <a:solidFill>
            <a:srgbClr val="378AD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7373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755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AGENT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2296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ingestion of ETM, Cloud, and Identity signals. Keeps the path graph alive 24/7.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383280" y="1554480"/>
            <a:ext cx="2560320" cy="3017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0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7F77D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7373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1755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77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566160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AGENT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56616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56616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Team AI that finds routes to crown jewels. Reasons like a Mythos-class attacker to identify choke points.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26480" y="1554480"/>
            <a:ext cx="2560320" cy="3017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6"/>
          <p:cNvSpPr/>
          <p:nvPr/>
        </p:nvSpPr>
        <p:spPr>
          <a:xfrm>
            <a:off x="6126480" y="1554480"/>
            <a:ext cx="2560320" cy="54864"/>
          </a:xfrm>
          <a:prstGeom prst="rect">
            <a:avLst/>
          </a:prstGeom>
          <a:solidFill>
            <a:srgbClr val="1D9E75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7373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09360" y="17556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309360" y="20574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AGENT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6309360" y="23317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309360" y="269748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 pruning via TruConfirm identity challenges and autonomous virtual patches.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'Blue Ocean'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7947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554480"/>
            <a:ext cx="3794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  •  Tenable  •  Palo Alto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3774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'Comprehensive Visibility.'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Better Maps — showing more data, more dashboards, more alerts. But they still require humans to interpret and act.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554480"/>
            <a:ext cx="3794760" cy="2560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4709160" y="1554480"/>
            <a:ext cx="379476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0"/>
          <p:cNvSpPr/>
          <p:nvPr/>
        </p:nvSpPr>
        <p:spPr>
          <a:xfrm>
            <a:off x="489204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QUALYS DAE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20116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Resilience  •  Auto-Pilot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2377440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TruConfirm integration lets us 'break' paths using Identity as a physical circuit breaker — a capability competitors lack.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move from Vulnerability Management Tool to Business Continuity Partner.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222222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4343400"/>
            <a:ext cx="54864" cy="5029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3434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 SHIFT: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 Tool  →  Business Continuity Partner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DEMO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Neutralizing the Mythos Path in &lt; 60 seconds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786384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5087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Recon  →  Shadow API  →  RCE  →  Container Escape  →  Domain Admin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2103120"/>
            <a:ext cx="54864" cy="777240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PROBES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7520" y="2194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Mythos-agent finds an undocumented Shadow API on UAT Dev server. Plans RCE via Struts CVE-2023-50164 to jump to host.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Shape 11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090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8680" y="3291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 REASONS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17520" y="3108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Agent detects probe. Simulation Agent recognizes Toxic Combination: UAT host has cached Kerberos ticket for Domain Admin.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6"/>
          <p:cNvSpPr/>
          <p:nvPr/>
        </p:nvSpPr>
        <p:spPr>
          <a:xfrm>
            <a:off x="640080" y="3931920"/>
            <a:ext cx="54864" cy="7772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0050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8680" y="4206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DAE INTERCEPTS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017520" y="40233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A: Virtual patch on Shadow API endpoint instantly. Action B: TruConfirm out-of-band challenge for the admin account.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solidFill>
            <a:srgbClr val="0F2E1F"/>
          </a:solidFill>
          <a:ln/>
        </p:spPr>
      </p:sp>
      <p:sp>
        <p:nvSpPr>
          <p:cNvPr id="24" name="Text 21"/>
          <p:cNvSpPr/>
          <p:nvPr/>
        </p:nvSpPr>
        <p:spPr>
          <a:xfrm>
            <a:off x="822960" y="46177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collapsed in &lt; 60 seconds. Analyst receives a Resolution Summary, not an Emergency Alert.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ARCHITECTURE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601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Leveraging Our Rails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554480"/>
            <a:ext cx="54864" cy="91440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19202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Qualys ETM for the surface map and TruConfirm for identity enforcement. We don't start from scratch.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786384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2651760"/>
            <a:ext cx="54864" cy="91440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'BRAIN'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68680" y="30175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Layer — a specialized LLM-based controller that translates Security Goals into Product Actions.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3749040"/>
            <a:ext cx="54864" cy="9144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68680" y="41148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bus for internal tools to communicate intent and context without human middleware.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ECONOMIC CASE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Autonomous Remediation Pays for Itself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3794760" cy="2377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1554480"/>
            <a:ext cx="3794760" cy="54864"/>
          </a:xfrm>
          <a:prstGeom prst="rect">
            <a:avLst/>
          </a:prstGeom>
          <a:solidFill>
            <a:srgbClr val="E24B4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INACTION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$4.4M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965960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cost of a single Domain Admin compromise (IBM Data Breach Report)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679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days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965960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remediate — every day is an open exposure window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24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96596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critical paths from Q1 remain unpatched in Q3, compounding liability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09160" y="1554480"/>
            <a:ext cx="3794760" cy="2377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4709160" y="1554480"/>
            <a:ext cx="3794760" cy="54864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4"/>
          <p:cNvSpPr/>
          <p:nvPr/>
        </p:nvSpPr>
        <p:spPr>
          <a:xfrm>
            <a:off x="4892040" y="17190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DAE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035040" y="2084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 — remediation in minutes, not weeks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92040" y="2679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35040" y="267919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human-hours per incident, freeing SOC for strategic work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92040" y="32735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035040" y="32735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volume handled by existing team, zero headcount growth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" y="4160520"/>
            <a:ext cx="7863840" cy="7772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2"/>
          <p:cNvSpPr/>
          <p:nvPr/>
        </p:nvSpPr>
        <p:spPr>
          <a:xfrm>
            <a:off x="640080" y="4160520"/>
            <a:ext cx="54864" cy="7772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6" name="Text 23"/>
          <p:cNvSpPr/>
          <p:nvPr/>
        </p:nvSpPr>
        <p:spPr>
          <a:xfrm>
            <a:off x="868680" y="41879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ECONOMIC IMPACT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14400" y="4407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$4.4M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14400" y="4608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 per Domain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breach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474720" y="4407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474720" y="4608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 savings 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035040" y="440740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035040" y="460857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multiplier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headcount add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5760"/>
            <a:ext cx="32004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320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STRATEGY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804672"/>
            <a:ext cx="777240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0058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'Stop Mapping. Start Defending.'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3840480" cy="1234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1828800"/>
            <a:ext cx="54864" cy="1234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PERSONA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2240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"Overwhelmed CISO" — too many tools, not enough people. Needs autonomous reduction, not more dashboards.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1828800"/>
            <a:ext cx="3840480" cy="1234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0" y="1828800"/>
            <a:ext cx="54864" cy="123444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920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937760" y="2240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Path Simulation shows prospects exactly how a Mythos-class attacker would compromise them in minutes.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291840"/>
            <a:ext cx="3840480" cy="1234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3291840"/>
            <a:ext cx="54864" cy="1234440"/>
          </a:xfrm>
          <a:prstGeom prst="rect">
            <a:avLst/>
          </a:prstGeom>
          <a:solidFill>
            <a:srgbClr val="378ADD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STRATEGY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2296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DAE as core intelligence for MSSP partners, enabling "Autonomous SOC-as-a-Service."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3291840"/>
            <a:ext cx="3840480" cy="1234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Shape 17"/>
          <p:cNvSpPr/>
          <p:nvPr/>
        </p:nvSpPr>
        <p:spPr>
          <a:xfrm>
            <a:off x="4754880" y="3291840"/>
            <a:ext cx="54864" cy="1234440"/>
          </a:xfrm>
          <a:prstGeom prst="rect">
            <a:avLst/>
          </a:prstGeom>
          <a:solidFill>
            <a:srgbClr val="7F77DD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TIER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3776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DAE as new Premium tier for ETM/VMDR, projected incremental ARR in Year 1.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280160"/>
            <a:ext cx="1645920" cy="0"/>
          </a:xfrm>
          <a:prstGeom prst="line">
            <a:avLst/>
          </a:prstGeom>
          <a:noFill/>
          <a:ln w="381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CALL TO ACTION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Factories are already here. We cannot 'wait and see.'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786384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640080" y="3200400"/>
            <a:ext cx="54864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20040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32004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seed funding for the Proof of Concept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703320"/>
            <a:ext cx="786384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" y="3703320"/>
            <a:ext cx="54864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70332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370332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 the Tiger Team headcount (8 engineers)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4206240"/>
            <a:ext cx="54864" cy="4114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20624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420624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Prototype at the next Strategic Review Board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709160"/>
            <a:ext cx="77724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64008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security is not a dashboard. It is an agent. Let's build it.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Aegis: Dynamic Agentic Defense</dc:title>
  <dc:subject>PptxGenJS Presentation</dc:subject>
  <dc:creator>Qualys Strategy</dc:creator>
  <cp:lastModifiedBy>Qualys Strategy</cp:lastModifiedBy>
  <cp:revision>1</cp:revision>
  <dcterms:created xsi:type="dcterms:W3CDTF">2026-04-23T09:38:48Z</dcterms:created>
  <dcterms:modified xsi:type="dcterms:W3CDTF">2026-04-23T09:38:48Z</dcterms:modified>
</cp:coreProperties>
</file>